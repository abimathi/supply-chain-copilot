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BEAFE"/>
                </a:solidFill>
              </a:defRPr>
            </a:pPr>
            <a:r>
              <a:t>CoCo CLI Hackathon — GCC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Supply Chain Copilot</a:t>
            </a:r>
          </a:p>
          <a:p>
            <a:pPr>
              <a:spcBef>
                <a:spcPts val="800"/>
              </a:spcBef>
              <a:defRPr sz="2200">
                <a:solidFill>
                  <a:srgbClr val="DBEAFE"/>
                </a:solidFill>
              </a:defRPr>
            </a:pPr>
            <a:r>
              <a:t>AI-Powered Manufacturing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Real-time risk intelligence, root-cause analysis, and recommended actions for manufacturing supply chains — powered entirely by Snowflake + CoCo CLI.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Manufacturing Plants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8B5CF6"/>
                </a:solidFill>
              </a:defRPr>
            </a:pPr>
            <a:r>
              <a:t>20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Active Suppliers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5720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10K+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Customer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4572000"/>
            <a:ext cx="2194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90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Operational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1. Problem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What real business problem does this solve?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Manufacturing supply chains lack a single pane of glass for risk visibility across plants, suppliers, and customer orders.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Plant managers and executives react to disruptions AFTER they hit production — missing early warning signals from supplier delays, inventory shortages, and inbound logistics failures.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Root-cause analysis requires manually cross-referencing spreadsheets, supplier notices, quality holds, and logistics alerts — taking hours instead of seconds.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No way to simulate interventions (expedite, transfer, defer) before committing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Who is the target user / persona?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VP of Supply Chain / Chief Supply Chain Officer — needs an executive risk briefing in 30 seconds.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Plant Operations Manager — monitors plant-level shortages, delayed inbound, and at-risk customer orders daily.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Procurement / Sourcing Manager — tracks supplier OTD, identifies risky suppliers, and finds evidence from procurement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Current pain point &amp; how this improves it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TODAY: Risk data is siloed across ERP, logistics systems, and email. Alerts arrive late. No explainability on why a plant is at risk.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WITH COPILOT: Composite risk scores (0-100) with full explainability — customer exposure, revenue exposure, shortage severity, inbound disruption — computed from live Snowflake data.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AI Copilot answers natural-language questions, retrieves document evidence, and recommends actions in under 5 seconds.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What-If simulation lets managers model interventions before committing.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Industry / Domain Context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Discrete Manufacturing — automotive / heavy engineering sector in India.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Star schema: 11 core tables (DIM_CUSTOMER, DIM_SUPPLIER, DIM_PART, DIM_PLANT, FACT_CUSTOMER_ORDER, FACT_INVENTORY, FACT_PURCHASE_ORDER, FACT_SHIPMENT, plus bridge tables).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90 operational documents (supplier delay notices, quality holds, SLA agreements, logistics alerts, expedite requests, port disruption notices).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₹ Crore (INR) revenue denomination — aligned with Indian manufacturing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2. Architecture Diagram — System Design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Database: SUPPLY_CHAIN_COPILOT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Schema: CORE (11 tables)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DIM_CUSTOMER (500 rows)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DIM_SUPPLIER (20 rows)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DIM_PART (100 rows)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DIM_PLANT (5 rows)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FACT_CUSTOMER_ORDER (10K+)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FACT_INVENTORY (6.3K)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FACT_PURCHASE_ORDER (2K)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FACT_SHIPMENT (4.7K)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Bridge tables (2)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Schema: CORE (Unstructured)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• SUPPLY_CHAIN_DOCUMENTS (90)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  Supplier notices, quality holds,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  SLAs, logistics alerts, expedite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  requests, port disruptions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DATA LAYER (Structured)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4747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Schema: ANALYTICS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VW_SUPPLY_CHAIN_CONTROL_TOWER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Plant-level composite risk scores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VW_PART_RISK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Part-level risk ranking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VW_SUPPLIER_PERFORMANCE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Supplier OTD &amp; risk scoring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VW_SUPPLY_POSITION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Inventory, demand, supply gap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VW_CUSTOMER_ORDER_RISK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Customer revenue exposure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VW_SHIPMENT_RISK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Inbound shipment delay tracking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VW_LANDED_COST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Cost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88720"/>
            <a:ext cx="347472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ANALYTICS LAYER (7 Views)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18872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Schema: AI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Cortex Search Service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SUPPLY_CHAIN_DOCUMENT_SEARCH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(arctic-embed-m-v1.5, incremental)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Semantic View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SV_SUPPLY_CHAIN_COPILOT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Cortex LLM: llama3.1-70b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NL → SQL, Synthesis, Reasoning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188720"/>
            <a:ext cx="39319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AI / CORTEX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Schema: APP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Streamlit in Snowflake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SUPPLY_CHAIN_CONTROL_TOWER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3 Tabs: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1. Control Tower — KPIs, risk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   gauge, explainability, parts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2. Deep Dive — supply, suppliers,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   customers, document search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3. What-If — scenario simulation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• Embedded AI Copilot panel</a:t>
            </a:r>
          </a:p>
          <a:p>
            <a:pPr>
              <a:spcBef>
                <a:spcPts val="100"/>
              </a:spcBef>
              <a:defRPr sz="1000">
                <a:solidFill>
                  <a:srgbClr val="102A43"/>
                </a:solidFill>
              </a:defRPr>
            </a:pPr>
            <a:r>
              <a:t>  NL chat with quick-action buttons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931920"/>
            <a:ext cx="3931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3200400"/>
            <a:ext cx="274321" cy="1371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274320" cy="1371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601200" y="3749039"/>
            <a:ext cx="274320" cy="182881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2b. CoCo CLI Skills Used &amp; How They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sql-author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Authored all 11 CREATE TABLE DDLs, 7 analytics views, and Cortex Search Service definition. CoCo generated the star-schema design from a natural-language brief.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cortex-ai-function-studio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Used SNOWFLAKE.CORTEX.COMPLETE (llama3.1-70b) for: NL → SQL generation, multi-source synthesis (analytics + documents), and executive briefing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streamlit-in-workspaces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CoCo scaffolded the entire Streamlit app: premium CSS theme, KPI cards, risk gauge, tabbed layout, embedded copilot panel — all in a single streamlit_app.py.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8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agent-studio / Semantic View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Semantic View SV_SUPPLY_CHAIN_COPILOT created as the AI-queryable semantic layer. Cortex Agent SUPPLY_CHAIN_AGENT configured as fallback AI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data-discovery + dynamic-tables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CoCo helped identify the right grain and join patterns for each analytics view. Views use CTEs and window functions for real-time risk computation.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document-intelligence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90 operational documents (supplier notices, quality holds, SLA agreements) loaded and indexed via Cortex Search with arctic-embed-m-v1.5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486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2A43"/>
                </a:solidFill>
              </a:defRPr>
            </a:pPr>
            <a:r>
              <a:t>How Modular Components Plug Together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• CORE tables → ANALYTICS views → Streamlit UI (read-only, no side effects)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• Cortex Search indexes CORE.SUPPLY_CHAIN_DOCUMENTS → Copilot retrieves evidence on demand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• Cortex LLM (llama3.1-70b) receives structured analytics + document evidence → synthesizes response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• What-If tab is purely client-side math — no data mutation</a:t>
            </a:r>
          </a:p>
          <a:p>
            <a:pPr>
              <a:spcBef>
                <a:spcPts val="400"/>
              </a:spcBef>
              <a:defRPr sz="1100">
                <a:solidFill>
                  <a:srgbClr val="102A43"/>
                </a:solidFill>
              </a:defRPr>
            </a:pPr>
            <a:r>
              <a:t>• Each layer can be extended independently (add tables, add views, add AI 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3. Impact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Risk Visibility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102A43"/>
                </a:solidFill>
              </a:defRPr>
            </a:pPr>
            <a:r>
              <a:t>From 0 → Real-time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Composite risk score (0–100) across all 5 plants with full explainability — customer exposure, revenue exposure, shortage severity, inbound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Time to Insight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102A43"/>
                </a:solidFill>
              </a:defRPr>
            </a:pPr>
            <a:r>
              <a:t>Hours → 5 seconds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Executive risk briefing, root-cause evidence, and recommended actions generated via AI Copilot in natural language — no SQL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Revenue Protection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102A43"/>
                </a:solidFill>
              </a:defRPr>
            </a:pPr>
            <a:r>
              <a:t>₹ Crore visibility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At-risk customer orders and revenue exposure identified by plant and part, enabling proactive intervention before production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18872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Decision Speed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102A43"/>
                </a:solidFill>
              </a:defRPr>
            </a:pPr>
            <a:r>
              <a:t>Simulation in seconds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What-If scenario modeling (expedite, transfer, new inbound, demand deferral) with instant gap-reduction calculation.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Scalability Potential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Add more plants, suppliers, parts — views auto-adapt with no code changes.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Plug in real ERP / MES / TMS data sources via Snowflake connectors or Openflow.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Extend AI layer with fine-tuned models, additional Cortex Search collections, or Cortex Agents.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Multi-region deployment: Snowflake replication for global manufacturing footprint.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Role-based access: plant managers see their plant, executives see all plants.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486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2A43"/>
                </a:solidFill>
              </a:defRPr>
            </a:pPr>
            <a:r>
              <a:t>How This Extends Beyond the Demo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Automated alerts: Snowflake Tasks + Alert for proactive risk notification (email/Slack).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Predictive risk: ML models (Snowflake ML) for demand forecasting and supplier reliability prediction.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Closed-loop actions: integrate with procurement systems to auto-generate POs for expedite scenarios.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Audit trail: every Copilot interaction logged for compliance and continuous improvement.</a:t>
            </a:r>
          </a:p>
          <a:p>
            <a:pPr>
              <a:spcBef>
                <a:spcPts val="400"/>
              </a:spcBef>
              <a:defRPr sz="1300">
                <a:solidFill>
                  <a:srgbClr val="102A43"/>
                </a:solidFill>
              </a:defRPr>
            </a:pPr>
            <a:r>
              <a:t>• Multi-tier supply chain: extend from Tier-1 to Tier-2/3 suppliers for deeper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Supply Chain Copilot — AI-Powered Manufacturing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Built with Snowflake + CoCo CLI  •  Cortex AI  •  Streamlit in Snowflake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